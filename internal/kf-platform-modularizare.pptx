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E7F2"/>
          </a:solidFill>
          <a:ln w="12700">
            <a:solidFill>
              <a:srgbClr val="27E7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E172A"/>
          </a:solidFill>
          <a:ln w="12700">
            <a:solidFill>
              <a:srgbClr val="0E172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9966960" y="384048"/>
            <a:ext cx="2011680" cy="2011680"/>
          </a:xfrm>
          <a:prstGeom prst="arc">
            <a:avLst/>
          </a:prstGeom>
          <a:solidFill>
            <a:srgbClr val="0A1020">
              <a:alpha val="0"/>
            </a:srgbClr>
          </a:solidFill>
          <a:ln w="15240">
            <a:solidFill>
              <a:srgbClr val="27E7F2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2600000">
            <a:off x="10241280" y="658368"/>
            <a:ext cx="1280160" cy="1280160"/>
          </a:xfrm>
          <a:prstGeom prst="arc">
            <a:avLst/>
          </a:prstGeom>
          <a:solidFill>
            <a:srgbClr val="0A1020">
              <a:alpha val="0"/>
            </a:srgbClr>
          </a:solidFill>
          <a:ln w="12700">
            <a:solidFill>
              <a:srgbClr val="8A5CFF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62727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B7A90"/>
                </a:solidFill>
              </a:rPr>
              <a:t>KF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76656" y="5943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7E7F2"/>
                </a:solidFill>
              </a:rPr>
              <a:t>KF PLATFORM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" y="1216152"/>
            <a:ext cx="6446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Soluție de modularizare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713232" y="2057400"/>
            <a:ext cx="74980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B9C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la modular monolith la platformă extensibilă: core stabil, SDK, module registry și runtime-uri diferențiate pentru built-in, remote și third-party.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543800" y="1024128"/>
            <a:ext cx="1417320" cy="960120"/>
          </a:xfrm>
          <a:prstGeom prst="roundRect">
            <a:avLst/>
          </a:prstGeom>
          <a:solidFill>
            <a:srgbClr val="10233D"/>
          </a:solidFill>
          <a:ln w="12700">
            <a:solidFill>
              <a:srgbClr val="27E7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Kernel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89720" y="1024128"/>
            <a:ext cx="1417320" cy="960120"/>
          </a:xfrm>
          <a:prstGeom prst="roundRect">
            <a:avLst/>
          </a:prstGeom>
          <a:solidFill>
            <a:srgbClr val="17213E"/>
          </a:solidFill>
          <a:ln w="12700">
            <a:solidFill>
              <a:srgbClr val="4A8C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66760" y="2743200"/>
            <a:ext cx="1417320" cy="676656"/>
          </a:xfrm>
          <a:prstGeom prst="roundRect">
            <a:avLst/>
          </a:prstGeom>
          <a:solidFill>
            <a:srgbClr val="201A3A"/>
          </a:solidFill>
          <a:ln w="12700">
            <a:solidFill>
              <a:srgbClr val="8A5C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57032" y="1993392"/>
            <a:ext cx="658368" cy="694944"/>
          </a:xfrm>
          <a:prstGeom prst="line">
            <a:avLst/>
          </a:prstGeom>
          <a:noFill/>
          <a:ln w="19050">
            <a:solidFill>
              <a:srgbClr val="27E7F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902952" y="1993392"/>
            <a:ext cx="-667512" cy="694944"/>
          </a:xfrm>
          <a:prstGeom prst="line">
            <a:avLst/>
          </a:prstGeom>
          <a:noFill/>
          <a:ln w="19050">
            <a:solidFill>
              <a:srgbClr val="4A8CFF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022592" y="3886200"/>
            <a:ext cx="1234440" cy="310896"/>
          </a:xfrm>
          <a:prstGeom prst="roundRect">
            <a:avLst/>
          </a:prstGeom>
          <a:solidFill>
            <a:srgbClr val="0B1325"/>
          </a:solidFill>
          <a:ln w="8890">
            <a:solidFill>
              <a:srgbClr val="36D399">
                <a:alpha val="7000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D399"/>
                </a:solidFill>
              </a:rPr>
              <a:t>3D Studio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49640" y="3886200"/>
            <a:ext cx="914400" cy="310896"/>
          </a:xfrm>
          <a:prstGeom prst="roundRect">
            <a:avLst/>
          </a:prstGeom>
          <a:solidFill>
            <a:srgbClr val="0B1325"/>
          </a:solidFill>
          <a:ln w="8890">
            <a:solidFill>
              <a:srgbClr val="FFC857">
                <a:alpha val="7000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AAS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738360" y="3886200"/>
            <a:ext cx="1051560" cy="310896"/>
          </a:xfrm>
          <a:prstGeom prst="roundRect">
            <a:avLst/>
          </a:prstGeom>
          <a:solidFill>
            <a:srgbClr val="0B1325"/>
          </a:solidFill>
          <a:ln w="8890">
            <a:solidFill>
              <a:srgbClr val="FF6B6B">
                <a:alpha val="7000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</a:rPr>
              <a:t>Vendor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79992" y="3456432"/>
            <a:ext cx="-1444752" cy="384048"/>
          </a:xfrm>
          <a:prstGeom prst="line">
            <a:avLst/>
          </a:prstGeom>
          <a:noFill/>
          <a:ln w="19050">
            <a:solidFill>
              <a:srgbClr val="36D399">
                <a:alpha val="75000"/>
              </a:srgbClr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79992" y="3456432"/>
            <a:ext cx="-73152" cy="365760"/>
          </a:xfrm>
          <a:prstGeom prst="line">
            <a:avLst/>
          </a:prstGeom>
          <a:noFill/>
          <a:ln w="19050">
            <a:solidFill>
              <a:srgbClr val="FFC857">
                <a:alpha val="75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79992" y="3456432"/>
            <a:ext cx="1161288" cy="365760"/>
          </a:xfrm>
          <a:prstGeom prst="line">
            <a:avLst/>
          </a:prstGeom>
          <a:noFill/>
          <a:ln w="19050">
            <a:solidFill>
              <a:srgbClr val="FF6B6B">
                <a:alpha val="75000"/>
              </a:srgbClr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713232" y="5806440"/>
            <a:ext cx="4572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proposal ·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E172A"/>
          </a:solidFill>
          <a:ln w="12700">
            <a:solidFill>
              <a:srgbClr val="0E172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9966960" y="384048"/>
            <a:ext cx="2011680" cy="2011680"/>
          </a:xfrm>
          <a:prstGeom prst="arc">
            <a:avLst/>
          </a:prstGeom>
          <a:solidFill>
            <a:srgbClr val="0A1020">
              <a:alpha val="0"/>
            </a:srgbClr>
          </a:solidFill>
          <a:ln w="15240">
            <a:solidFill>
              <a:srgbClr val="FFC857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2600000">
            <a:off x="10241280" y="658368"/>
            <a:ext cx="1280160" cy="1280160"/>
          </a:xfrm>
          <a:prstGeom prst="arc">
            <a:avLst/>
          </a:prstGeom>
          <a:solidFill>
            <a:srgbClr val="0A1020">
              <a:alpha val="0"/>
            </a:srgbClr>
          </a:solidFill>
          <a:ln w="12700">
            <a:solidFill>
              <a:srgbClr val="8A5CFF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62727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B7A90"/>
                </a:solidFill>
              </a:rPr>
              <a:t>KF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PUNCT DE PORNIRE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58368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Verdictul auditului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658368" y="63276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A90"/>
                </a:solidFill>
              </a:rPr>
              <a:t>02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49808" y="1700784"/>
            <a:ext cx="2331720" cy="914400"/>
          </a:xfrm>
          <a:prstGeom prst="roundRect">
            <a:avLst/>
          </a:prstGeom>
          <a:solidFill>
            <a:srgbClr val="18233A"/>
          </a:solidFill>
          <a:ln w="12700">
            <a:solidFill>
              <a:srgbClr val="36D39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Modular monolith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bine structurat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19472" y="1700784"/>
            <a:ext cx="2331720" cy="914400"/>
          </a:xfrm>
          <a:prstGeom prst="roundRect">
            <a:avLst/>
          </a:prstGeom>
          <a:solidFill>
            <a:srgbClr val="281F2D"/>
          </a:solidFill>
          <a:ln w="12700">
            <a:solidFill>
              <a:srgbClr val="FFC85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 există boundary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modul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052560" y="1700784"/>
            <a:ext cx="2331720" cy="914400"/>
          </a:xfrm>
          <a:prstGeom prst="roundRect">
            <a:avLst/>
          </a:prstGeom>
          <a:solidFill>
            <a:srgbClr val="2B1C2A"/>
          </a:solidFill>
          <a:ln w="12700">
            <a:solidFill>
              <a:srgbClr val="FF6B6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Third-party runtime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greenfield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73552" y="2157984"/>
            <a:ext cx="1453896" cy="0"/>
          </a:xfrm>
          <a:prstGeom prst="line">
            <a:avLst/>
          </a:prstGeom>
          <a:noFill/>
          <a:ln w="16510">
            <a:solidFill>
              <a:srgbClr val="B9C4D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24928" y="2157984"/>
            <a:ext cx="1463040" cy="0"/>
          </a:xfrm>
          <a:prstGeom prst="line">
            <a:avLst/>
          </a:prstGeom>
          <a:noFill/>
          <a:ln w="16510">
            <a:solidFill>
              <a:srgbClr val="B9C4D0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49808" y="315468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6D399"/>
                </a:solidFill>
              </a:rPr>
              <a:t>CE AVEM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49808" y="3575304"/>
            <a:ext cx="82296" cy="82296"/>
          </a:xfrm>
          <a:prstGeom prst="ellipse">
            <a:avLst/>
          </a:prstGeom>
          <a:solidFill>
            <a:srgbClr val="36D399"/>
          </a:solidFill>
          <a:ln w="12700">
            <a:solidFill>
              <a:srgbClr val="36D39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493008"/>
            <a:ext cx="486460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9C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DDD/hexagonal, OpenAPI, outbox, RLS, rights, navigation registry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9808" y="4032504"/>
            <a:ext cx="82296" cy="82296"/>
          </a:xfrm>
          <a:prstGeom prst="ellipse">
            <a:avLst/>
          </a:prstGeom>
          <a:solidFill>
            <a:srgbClr val="36D399"/>
          </a:solidFill>
          <a:ln w="12700">
            <a:solidFill>
              <a:srgbClr val="36D399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950208"/>
            <a:ext cx="486460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9C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pe features, Next App Router, generated API clients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315468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6B"/>
                </a:solidFill>
              </a:rPr>
              <a:t>CE LIPSEȘTE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0" y="3575304"/>
            <a:ext cx="82296" cy="8229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65392" y="3493008"/>
            <a:ext cx="46817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9C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Manifest, registry, install/enable, versioning, trust, sandbox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0" y="4032504"/>
            <a:ext cx="82296" cy="8229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65392" y="3950208"/>
            <a:ext cx="46817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9C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capability contract + machine-to-machine auth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4983480"/>
            <a:ext cx="9326880" cy="585216"/>
          </a:xfrm>
          <a:prstGeom prst="roundRect">
            <a:avLst/>
          </a:prstGeom>
          <a:solidFill>
            <a:srgbClr val="101D33"/>
          </a:solidFill>
          <a:ln w="12700">
            <a:solidFill>
              <a:srgbClr val="4A8C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Concluzie: nu rescriem platforma; adăugăm contractul de modul și rupem coupling-ul care împiedică izolarea.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8CFF"/>
          </a:solidFill>
          <a:ln w="12700">
            <a:solidFill>
              <a:srgbClr val="4A8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E172A"/>
          </a:solidFill>
          <a:ln w="12700">
            <a:solidFill>
              <a:srgbClr val="0E172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9966960" y="384048"/>
            <a:ext cx="2011680" cy="2011680"/>
          </a:xfrm>
          <a:prstGeom prst="arc">
            <a:avLst/>
          </a:prstGeom>
          <a:solidFill>
            <a:srgbClr val="0A1020">
              <a:alpha val="0"/>
            </a:srgbClr>
          </a:solidFill>
          <a:ln w="15240">
            <a:solidFill>
              <a:srgbClr val="4A8CFF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2600000">
            <a:off x="10241280" y="658368"/>
            <a:ext cx="1280160" cy="1280160"/>
          </a:xfrm>
          <a:prstGeom prst="arc">
            <a:avLst/>
          </a:prstGeom>
          <a:solidFill>
            <a:srgbClr val="0A1020">
              <a:alpha val="0"/>
            </a:srgbClr>
          </a:solidFill>
          <a:ln w="12700">
            <a:solidFill>
              <a:srgbClr val="8A5CFF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62727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B7A90"/>
                </a:solidFill>
              </a:rPr>
              <a:t>KF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PRINCIPIU ARHITECTURAL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58368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Ținta: contract comun, runtime-uri diferite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658368" y="63276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A90"/>
                </a:solidFill>
              </a:rPr>
              <a:t>03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04672" y="1517904"/>
            <a:ext cx="2880360" cy="1325880"/>
          </a:xfrm>
          <a:prstGeom prst="roundRect">
            <a:avLst/>
          </a:prstGeom>
          <a:solidFill>
            <a:srgbClr val="10233D"/>
          </a:solidFill>
          <a:ln w="12700">
            <a:solidFill>
              <a:srgbClr val="27E7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Kernel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 · Tenant · Rights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Registry · Lifecycle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API · Events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1517904"/>
            <a:ext cx="2880360" cy="1325880"/>
          </a:xfrm>
          <a:prstGeom prst="roundRect">
            <a:avLst/>
          </a:prstGeom>
          <a:solidFill>
            <a:srgbClr val="14264A"/>
          </a:solidFill>
          <a:ln w="12700">
            <a:solidFill>
              <a:srgbClr val="4A8C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Core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· Version · Files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Data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/ Component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03920" y="1517904"/>
            <a:ext cx="2880360" cy="1325880"/>
          </a:xfrm>
          <a:prstGeom prst="roundRect">
            <a:avLst/>
          </a:prstGeom>
          <a:solidFill>
            <a:srgbClr val="211D3D"/>
          </a:solidFill>
          <a:ln w="12700">
            <a:solidFill>
              <a:srgbClr val="8A5C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Extension Contract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Manifest · Scopes · Slots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 · SDK · Version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94760" y="2176272"/>
            <a:ext cx="722376" cy="0"/>
          </a:xfrm>
          <a:prstGeom prst="line">
            <a:avLst/>
          </a:prstGeom>
          <a:noFill/>
          <a:ln w="19050">
            <a:solidFill>
              <a:srgbClr val="27E7F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62672" y="2176272"/>
            <a:ext cx="704088" cy="0"/>
          </a:xfrm>
          <a:prstGeom prst="line">
            <a:avLst/>
          </a:prstGeom>
          <a:noFill/>
          <a:ln w="19050">
            <a:solidFill>
              <a:srgbClr val="4A8CFF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68680" y="3913632"/>
            <a:ext cx="2286000" cy="786384"/>
          </a:xfrm>
          <a:prstGeom prst="roundRect">
            <a:avLst/>
          </a:prstGeom>
          <a:solidFill>
            <a:srgbClr val="102A28"/>
          </a:solidFill>
          <a:ln w="12700">
            <a:solidFill>
              <a:srgbClr val="36D39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Built-in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compiled/released with KF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3913632"/>
            <a:ext cx="2286000" cy="786384"/>
          </a:xfrm>
          <a:prstGeom prst="roundRect">
            <a:avLst/>
          </a:prstGeom>
          <a:solidFill>
            <a:srgbClr val="11243D"/>
          </a:solidFill>
          <a:ln w="12700">
            <a:solidFill>
              <a:srgbClr val="27E7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Remote UI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surfaces, no rebuild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06440" y="3913632"/>
            <a:ext cx="2286000" cy="786384"/>
          </a:xfrm>
          <a:prstGeom prst="roundRect">
            <a:avLst/>
          </a:prstGeom>
          <a:solidFill>
            <a:srgbClr val="2B2440"/>
          </a:solidFill>
          <a:ln w="12700">
            <a:solidFill>
              <a:srgbClr val="FFC85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 + SDK/API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75320" y="3913632"/>
            <a:ext cx="2286000" cy="786384"/>
          </a:xfrm>
          <a:prstGeom prst="roundRect">
            <a:avLst/>
          </a:prstGeom>
          <a:solidFill>
            <a:srgbClr val="2B1C2A"/>
          </a:solidFill>
          <a:ln w="12700">
            <a:solidFill>
              <a:srgbClr val="FF6B6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Sandboxed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third-party iframe/bridge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80760" y="3054096"/>
            <a:ext cx="-4069080" cy="768096"/>
          </a:xfrm>
          <a:prstGeom prst="line">
            <a:avLst/>
          </a:prstGeom>
          <a:noFill/>
          <a:ln w="19050">
            <a:solidFill>
              <a:srgbClr val="36D399">
                <a:alpha val="55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80760" y="3054096"/>
            <a:ext cx="-1600200" cy="768096"/>
          </a:xfrm>
          <a:prstGeom prst="line">
            <a:avLst/>
          </a:prstGeom>
          <a:noFill/>
          <a:ln w="19050">
            <a:solidFill>
              <a:srgbClr val="27E7F2">
                <a:alpha val="55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080760" y="3054096"/>
            <a:ext cx="868680" cy="768096"/>
          </a:xfrm>
          <a:prstGeom prst="line">
            <a:avLst/>
          </a:prstGeom>
          <a:noFill/>
          <a:ln w="19050">
            <a:solidFill>
              <a:srgbClr val="FFC857">
                <a:alpha val="55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080760" y="3054096"/>
            <a:ext cx="3337560" cy="768096"/>
          </a:xfrm>
          <a:prstGeom prst="line">
            <a:avLst/>
          </a:prstGeom>
          <a:noFill/>
          <a:ln w="19050">
            <a:solidFill>
              <a:srgbClr val="FF6B6B">
                <a:alpha val="55000"/>
              </a:srgbClr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143000" y="5596128"/>
            <a:ext cx="94183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Cheia: „modul” este definit prin manifest + contract, nu prin tehnologia în care rulează.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5CFF"/>
          </a:solidFill>
          <a:ln w="12700">
            <a:solidFill>
              <a:srgbClr val="8A5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E172A"/>
          </a:solidFill>
          <a:ln w="12700">
            <a:solidFill>
              <a:srgbClr val="0E172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9966960" y="384048"/>
            <a:ext cx="2011680" cy="2011680"/>
          </a:xfrm>
          <a:prstGeom prst="arc">
            <a:avLst/>
          </a:prstGeom>
          <a:solidFill>
            <a:srgbClr val="0A1020">
              <a:alpha val="0"/>
            </a:srgbClr>
          </a:solidFill>
          <a:ln w="15240">
            <a:solidFill>
              <a:srgbClr val="8A5CFF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2600000">
            <a:off x="10241280" y="658368"/>
            <a:ext cx="1280160" cy="1280160"/>
          </a:xfrm>
          <a:prstGeom prst="arc">
            <a:avLst/>
          </a:prstGeom>
          <a:solidFill>
            <a:srgbClr val="0A1020">
              <a:alpha val="0"/>
            </a:srgbClr>
          </a:solidFill>
          <a:ln w="12700">
            <a:solidFill>
              <a:srgbClr val="8A5CFF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62727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B7A90"/>
                </a:solidFill>
              </a:rPr>
              <a:t>KF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DECIZIE DE PRODUS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58368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extins: Model ca platform capability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658368" y="63276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A90"/>
                </a:solidFill>
              </a:rPr>
              <a:t>04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" y="1554480"/>
            <a:ext cx="2971800" cy="658368"/>
          </a:xfrm>
          <a:prstGeom prst="roundRect">
            <a:avLst/>
          </a:prstGeom>
          <a:solidFill>
            <a:srgbClr val="10233D"/>
          </a:solidFill>
          <a:ln w="12700">
            <a:solidFill>
              <a:srgbClr val="27E7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Kernel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87552" y="2478024"/>
            <a:ext cx="82296" cy="82296"/>
          </a:xfrm>
          <a:prstGeom prst="ellipse">
            <a:avLst/>
          </a:prstGeom>
          <a:solidFill>
            <a:srgbClr val="27E7F2"/>
          </a:solidFill>
          <a:ln w="12700">
            <a:solidFill>
              <a:srgbClr val="27E7F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52144" y="2395728"/>
            <a:ext cx="23957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9C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/ OIDC / tenant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87552" y="2843784"/>
            <a:ext cx="82296" cy="82296"/>
          </a:xfrm>
          <a:prstGeom prst="ellipse">
            <a:avLst/>
          </a:prstGeom>
          <a:solidFill>
            <a:srgbClr val="27E7F2"/>
          </a:solidFill>
          <a:ln w="12700">
            <a:solidFill>
              <a:srgbClr val="27E7F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52144" y="2761488"/>
            <a:ext cx="23957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9C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Rights + scopes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87552" y="3209544"/>
            <a:ext cx="82296" cy="82296"/>
          </a:xfrm>
          <a:prstGeom prst="ellipse">
            <a:avLst/>
          </a:prstGeom>
          <a:solidFill>
            <a:srgbClr val="27E7F2"/>
          </a:solidFill>
          <a:ln w="12700">
            <a:solidFill>
              <a:srgbClr val="27E7F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52144" y="3127248"/>
            <a:ext cx="248716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9C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registry + lifecycle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87552" y="3575304"/>
            <a:ext cx="82296" cy="82296"/>
          </a:xfrm>
          <a:prstGeom prst="ellipse">
            <a:avLst/>
          </a:prstGeom>
          <a:solidFill>
            <a:srgbClr val="27E7F2"/>
          </a:solidFill>
          <a:ln w="12700">
            <a:solidFill>
              <a:srgbClr val="27E7F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52144" y="3493008"/>
            <a:ext cx="23957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9C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API + event bus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17720" y="1554480"/>
            <a:ext cx="2971800" cy="658368"/>
          </a:xfrm>
          <a:prstGeom prst="roundRect">
            <a:avLst/>
          </a:prstGeom>
          <a:solidFill>
            <a:srgbClr val="14264A"/>
          </a:solidFill>
          <a:ln w="12700">
            <a:solidFill>
              <a:srgbClr val="4A8C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Core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782312" y="2478024"/>
            <a:ext cx="82296" cy="82296"/>
          </a:xfrm>
          <a:prstGeom prst="ellipse">
            <a:avLst/>
          </a:prstGeom>
          <a:solidFill>
            <a:srgbClr val="4A8CFF"/>
          </a:solidFill>
          <a:ln w="12700">
            <a:solidFill>
              <a:srgbClr val="4A8C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46904" y="2395728"/>
            <a:ext cx="23957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9C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+ Model Version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82312" y="2843784"/>
            <a:ext cx="82296" cy="82296"/>
          </a:xfrm>
          <a:prstGeom prst="ellipse">
            <a:avLst/>
          </a:prstGeom>
          <a:solidFill>
            <a:srgbClr val="4A8CFF"/>
          </a:solidFill>
          <a:ln w="12700">
            <a:solidFill>
              <a:srgbClr val="4A8C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46904" y="2761488"/>
            <a:ext cx="23957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9C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Files / attachments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82312" y="3209544"/>
            <a:ext cx="82296" cy="82296"/>
          </a:xfrm>
          <a:prstGeom prst="ellipse">
            <a:avLst/>
          </a:prstGeom>
          <a:solidFill>
            <a:srgbClr val="4A8CFF"/>
          </a:solidFill>
          <a:ln w="12700">
            <a:solidFill>
              <a:srgbClr val="4A8C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46904" y="3127248"/>
            <a:ext cx="23957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9C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data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82312" y="3575304"/>
            <a:ext cx="82296" cy="82296"/>
          </a:xfrm>
          <a:prstGeom prst="ellipse">
            <a:avLst/>
          </a:prstGeom>
          <a:solidFill>
            <a:srgbClr val="4A8CFF"/>
          </a:solidFill>
          <a:ln w="12700">
            <a:solidFill>
              <a:srgbClr val="4A8C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46904" y="3493008"/>
            <a:ext cx="23957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9C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/ Component / process context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12480" y="1554480"/>
            <a:ext cx="2971800" cy="658368"/>
          </a:xfrm>
          <a:prstGeom prst="roundRect">
            <a:avLst/>
          </a:prstGeom>
          <a:solidFill>
            <a:srgbClr val="211D3D"/>
          </a:solidFill>
          <a:ln w="12700">
            <a:solidFill>
              <a:srgbClr val="8A5C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Space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732520" y="2487168"/>
            <a:ext cx="1188720" cy="310896"/>
          </a:xfrm>
          <a:prstGeom prst="roundRect">
            <a:avLst/>
          </a:prstGeom>
          <a:solidFill>
            <a:srgbClr val="0B1325"/>
          </a:solidFill>
          <a:ln w="8890">
            <a:solidFill>
              <a:srgbClr val="36D399">
                <a:alpha val="7000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D399"/>
                </a:solidFill>
              </a:rPr>
              <a:t>3D Studio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058400" y="2487168"/>
            <a:ext cx="777240" cy="310896"/>
          </a:xfrm>
          <a:prstGeom prst="roundRect">
            <a:avLst/>
          </a:prstGeom>
          <a:solidFill>
            <a:srgbClr val="0B1325"/>
          </a:solidFill>
          <a:ln w="8890">
            <a:solidFill>
              <a:srgbClr val="FFC857">
                <a:alpha val="7000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AAS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732520" y="3054096"/>
            <a:ext cx="1005840" cy="310896"/>
          </a:xfrm>
          <a:prstGeom prst="roundRect">
            <a:avLst/>
          </a:prstGeom>
          <a:solidFill>
            <a:srgbClr val="0B1325"/>
          </a:solidFill>
          <a:ln w="8890">
            <a:solidFill>
              <a:srgbClr val="27E7F2">
                <a:alpha val="7000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E7F2"/>
                </a:solidFill>
              </a:rPr>
              <a:t>Quality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912096" y="3054096"/>
            <a:ext cx="960120" cy="310896"/>
          </a:xfrm>
          <a:prstGeom prst="roundRect">
            <a:avLst/>
          </a:prstGeom>
          <a:solidFill>
            <a:srgbClr val="0B1325"/>
          </a:solidFill>
          <a:ln w="8890">
            <a:solidFill>
              <a:srgbClr val="FF6B6B">
                <a:alpha val="7000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</a:rPr>
              <a:t>Vendor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913632" y="3182112"/>
            <a:ext cx="548640" cy="0"/>
          </a:xfrm>
          <a:prstGeom prst="line">
            <a:avLst/>
          </a:prstGeom>
          <a:noFill/>
          <a:ln w="19050">
            <a:solidFill>
              <a:srgbClr val="27E7F2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726680" y="3182112"/>
            <a:ext cx="548640" cy="0"/>
          </a:xfrm>
          <a:prstGeom prst="line">
            <a:avLst/>
          </a:prstGeom>
          <a:noFill/>
          <a:ln w="19050">
            <a:solidFill>
              <a:srgbClr val="4A8CFF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1417320" y="4828032"/>
            <a:ext cx="9235440" cy="621792"/>
          </a:xfrm>
          <a:prstGeom prst="roundRect">
            <a:avLst/>
          </a:prstGeom>
          <a:solidFill>
            <a:srgbClr val="0E1A2D"/>
          </a:solidFill>
          <a:ln w="12700">
            <a:solidFill>
              <a:srgbClr val="4A8C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Model-ul rămâne centrul stabil al platformei; modulele extind modelul, nu îl duplică.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E7F2"/>
          </a:solidFill>
          <a:ln w="12700">
            <a:solidFill>
              <a:srgbClr val="27E7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E172A"/>
          </a:solidFill>
          <a:ln w="12700">
            <a:solidFill>
              <a:srgbClr val="0E172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9966960" y="384048"/>
            <a:ext cx="2011680" cy="2011680"/>
          </a:xfrm>
          <a:prstGeom prst="arc">
            <a:avLst/>
          </a:prstGeom>
          <a:solidFill>
            <a:srgbClr val="0A1020">
              <a:alpha val="0"/>
            </a:srgbClr>
          </a:solidFill>
          <a:ln w="15240">
            <a:solidFill>
              <a:srgbClr val="27E7F2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2600000">
            <a:off x="10241280" y="658368"/>
            <a:ext cx="1280160" cy="1280160"/>
          </a:xfrm>
          <a:prstGeom prst="arc">
            <a:avLst/>
          </a:prstGeom>
          <a:solidFill>
            <a:srgbClr val="0A1020">
              <a:alpha val="0"/>
            </a:srgbClr>
          </a:solidFill>
          <a:ln w="12700">
            <a:solidFill>
              <a:srgbClr val="8A5CFF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62727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B7A90"/>
                </a:solidFill>
              </a:rPr>
              <a:t>KF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NEXT.JS FĂRĂ REBUILD LA INSTALL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58368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 live: App1 shell + remote surfaces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658368" y="63276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A90"/>
                </a:solidFill>
              </a:rPr>
              <a:t>05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13232" y="1828800"/>
            <a:ext cx="2148840" cy="1234440"/>
          </a:xfrm>
          <a:prstGeom prst="roundRect">
            <a:avLst/>
          </a:prstGeom>
          <a:solidFill>
            <a:srgbClr val="10233D"/>
          </a:solidFill>
          <a:ln w="12700">
            <a:solidFill>
              <a:srgbClr val="27E7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KF Next Shell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routing · auth · layout · theme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94176" y="1664208"/>
            <a:ext cx="2148840" cy="1554480"/>
          </a:xfrm>
          <a:prstGeom prst="roundRect">
            <a:avLst/>
          </a:prstGeom>
          <a:solidFill>
            <a:srgbClr val="211D3D"/>
          </a:solidFill>
          <a:ln w="12700">
            <a:solidFill>
              <a:srgbClr val="8A5C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Registry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manifest · slots · URL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permissions · version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75120" y="1828800"/>
            <a:ext cx="2148840" cy="1234440"/>
          </a:xfrm>
          <a:prstGeom prst="roundRect">
            <a:avLst/>
          </a:prstGeom>
          <a:solidFill>
            <a:srgbClr val="14264A"/>
          </a:solidFill>
          <a:ln w="12700">
            <a:solidFill>
              <a:srgbClr val="4A8C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App2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Remote UI artifact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· tab · action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564624" y="1828800"/>
            <a:ext cx="1828800" cy="1234440"/>
          </a:xfrm>
          <a:prstGeom prst="roundRect">
            <a:avLst/>
          </a:prstGeom>
          <a:solidFill>
            <a:srgbClr val="102A28"/>
          </a:solidFill>
          <a:ln w="12700">
            <a:solidFill>
              <a:srgbClr val="36D39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Extension Slot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model.detail.tabs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971800" y="2423160"/>
            <a:ext cx="576072" cy="0"/>
          </a:xfrm>
          <a:prstGeom prst="line">
            <a:avLst/>
          </a:prstGeom>
          <a:noFill/>
          <a:ln w="19050">
            <a:solidFill>
              <a:srgbClr val="27E7F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989320" y="2423160"/>
            <a:ext cx="521208" cy="0"/>
          </a:xfrm>
          <a:prstGeom prst="line">
            <a:avLst/>
          </a:prstGeom>
          <a:noFill/>
          <a:ln w="19050">
            <a:solidFill>
              <a:srgbClr val="8A5CF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942832" y="2423160"/>
            <a:ext cx="493776" cy="0"/>
          </a:xfrm>
          <a:prstGeom prst="line">
            <a:avLst/>
          </a:prstGeom>
          <a:noFill/>
          <a:ln w="19050">
            <a:solidFill>
              <a:srgbClr val="4A8CFF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77240" y="378561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E7F2"/>
                </a:solidFill>
              </a:rPr>
              <a:t>CUM SE VEDE ÎN PRODUS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60120" y="4160520"/>
            <a:ext cx="4663440" cy="694944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/models/42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 | Files | 3D Studio | AAS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06440" y="4517136"/>
            <a:ext cx="731520" cy="0"/>
          </a:xfrm>
          <a:prstGeom prst="line">
            <a:avLst/>
          </a:prstGeom>
          <a:noFill/>
          <a:ln w="19050">
            <a:solidFill>
              <a:srgbClr val="36D399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748272" y="4160520"/>
            <a:ext cx="3977640" cy="694944"/>
          </a:xfrm>
          <a:prstGeom prst="roundRect">
            <a:avLst/>
          </a:prstGeom>
          <a:solidFill>
            <a:srgbClr val="102A28"/>
          </a:solidFill>
          <a:ln w="12700">
            <a:solidFill>
              <a:srgbClr val="36D39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Codul UI se descarcă lazy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când userul deschide surface-ul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5285232"/>
            <a:ext cx="96926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B9C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Modelul core nu conține import static către App2. Cunoaște doar slot-ul și contractul de mount/load.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D399"/>
          </a:solidFill>
          <a:ln w="12700">
            <a:solidFill>
              <a:srgbClr val="36D39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E172A"/>
          </a:solidFill>
          <a:ln w="12700">
            <a:solidFill>
              <a:srgbClr val="0E172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9966960" y="384048"/>
            <a:ext cx="2011680" cy="2011680"/>
          </a:xfrm>
          <a:prstGeom prst="arc">
            <a:avLst/>
          </a:prstGeom>
          <a:solidFill>
            <a:srgbClr val="0A1020">
              <a:alpha val="0"/>
            </a:srgbClr>
          </a:solidFill>
          <a:ln w="15240">
            <a:solidFill>
              <a:srgbClr val="36D399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2600000">
            <a:off x="10241280" y="658368"/>
            <a:ext cx="1280160" cy="1280160"/>
          </a:xfrm>
          <a:prstGeom prst="arc">
            <a:avLst/>
          </a:prstGeom>
          <a:solidFill>
            <a:srgbClr val="0A1020">
              <a:alpha val="0"/>
            </a:srgbClr>
          </a:solidFill>
          <a:ln w="12700">
            <a:solidFill>
              <a:srgbClr val="8A5CFF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62727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B7A90"/>
                </a:solidFill>
              </a:rPr>
              <a:t>KF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 CONCRET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58368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Cum injectăm App2 în App1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658368" y="63276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A90"/>
                </a:solidFill>
              </a:rPr>
              <a:t>06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874520"/>
            <a:ext cx="1993392" cy="1097280"/>
          </a:xfrm>
          <a:prstGeom prst="roundRect">
            <a:avLst/>
          </a:prstGeom>
          <a:solidFill>
            <a:srgbClr val="10233D"/>
          </a:solidFill>
          <a:ln w="12700">
            <a:solidFill>
              <a:srgbClr val="27E7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App2 build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UI artifact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mf manifest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2679192" y="2423160"/>
            <a:ext cx="310896" cy="0"/>
          </a:xfrm>
          <a:prstGeom prst="line">
            <a:avLst/>
          </a:prstGeom>
          <a:noFill/>
          <a:ln w="15240">
            <a:solidFill>
              <a:srgbClr val="B9C4D0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898648" y="1874520"/>
            <a:ext cx="1993392" cy="1097280"/>
          </a:xfrm>
          <a:prstGeom prst="roundRect">
            <a:avLst/>
          </a:prstGeom>
          <a:solidFill>
            <a:srgbClr val="10233D"/>
          </a:solidFill>
          <a:ln w="12700">
            <a:solidFill>
              <a:srgbClr val="27E7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 + manifest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în registry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983480" y="2423160"/>
            <a:ext cx="310896" cy="0"/>
          </a:xfrm>
          <a:prstGeom prst="line">
            <a:avLst/>
          </a:prstGeom>
          <a:noFill/>
          <a:ln w="15240">
            <a:solidFill>
              <a:srgbClr val="B9C4D0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202936" y="1874520"/>
            <a:ext cx="1993392" cy="1097280"/>
          </a:xfrm>
          <a:prstGeom prst="roundRect">
            <a:avLst/>
          </a:prstGeom>
          <a:solidFill>
            <a:srgbClr val="211D3D"/>
          </a:solidFill>
          <a:ln w="12700">
            <a:solidFill>
              <a:srgbClr val="8A5C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compatibility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security check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287768" y="2423160"/>
            <a:ext cx="310896" cy="0"/>
          </a:xfrm>
          <a:prstGeom prst="line">
            <a:avLst/>
          </a:prstGeom>
          <a:noFill/>
          <a:ln w="15240">
            <a:solidFill>
              <a:srgbClr val="B9C4D0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507224" y="1874520"/>
            <a:ext cx="1993392" cy="1097280"/>
          </a:xfrm>
          <a:prstGeom prst="roundRect">
            <a:avLst/>
          </a:prstGeom>
          <a:solidFill>
            <a:srgbClr val="211D3D"/>
          </a:solidFill>
          <a:ln w="12700">
            <a:solidFill>
              <a:srgbClr val="8A5C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slots · routes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permissions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9592056" y="2423160"/>
            <a:ext cx="310896" cy="0"/>
          </a:xfrm>
          <a:prstGeom prst="line">
            <a:avLst/>
          </a:prstGeom>
          <a:noFill/>
          <a:ln w="15240">
            <a:solidFill>
              <a:srgbClr val="B9C4D0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811512" y="1874520"/>
            <a:ext cx="1993392" cy="1097280"/>
          </a:xfrm>
          <a:prstGeom prst="roundRect">
            <a:avLst/>
          </a:prstGeom>
          <a:solidFill>
            <a:srgbClr val="102A28"/>
          </a:solidFill>
          <a:ln w="12700">
            <a:solidFill>
              <a:srgbClr val="36D39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App1 fetches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mounts surface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68680" y="379476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6D399"/>
                </a:solidFill>
              </a:rPr>
              <a:t>CONTRACT DE SURFACE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68680" y="4160520"/>
            <a:ext cx="3063240" cy="960120"/>
          </a:xfrm>
          <a:prstGeom prst="roundRect">
            <a:avLst/>
          </a:prstGeom>
          <a:solidFill>
            <a:srgbClr val="0E1A2D"/>
          </a:solidFill>
          <a:ln w="12700">
            <a:solidFill>
              <a:srgbClr val="36D39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mount(element, context)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update(context)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unmount()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63440" y="379476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E7F2"/>
                </a:solidFill>
              </a:rPr>
              <a:t>CONTRIBUȚII POSIBILE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663440" y="4187952"/>
            <a:ext cx="786384" cy="310896"/>
          </a:xfrm>
          <a:prstGeom prst="roundRect">
            <a:avLst/>
          </a:prstGeom>
          <a:solidFill>
            <a:srgbClr val="0B1325"/>
          </a:solidFill>
          <a:ln w="8890">
            <a:solidFill>
              <a:srgbClr val="27E7F2">
                <a:alpha val="7000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E7F2"/>
                </a:solidFill>
              </a:rPr>
              <a:t>route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77840" y="4187952"/>
            <a:ext cx="658368" cy="310896"/>
          </a:xfrm>
          <a:prstGeom prst="roundRect">
            <a:avLst/>
          </a:prstGeom>
          <a:solidFill>
            <a:srgbClr val="0B1325"/>
          </a:solidFill>
          <a:ln w="8890">
            <a:solidFill>
              <a:srgbClr val="36D399">
                <a:alpha val="7000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D399"/>
                </a:solidFill>
              </a:rPr>
              <a:t>tab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82512" y="4187952"/>
            <a:ext cx="822960" cy="310896"/>
          </a:xfrm>
          <a:prstGeom prst="roundRect">
            <a:avLst/>
          </a:prstGeom>
          <a:solidFill>
            <a:srgbClr val="0B1325"/>
          </a:solidFill>
          <a:ln w="8890">
            <a:solidFill>
              <a:srgbClr val="4A8CFF">
                <a:alpha val="7000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8CFF"/>
                </a:solidFill>
              </a:rPr>
              <a:t>action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42632" y="4187952"/>
            <a:ext cx="896112" cy="310896"/>
          </a:xfrm>
          <a:prstGeom prst="roundRect">
            <a:avLst/>
          </a:prstGeom>
          <a:solidFill>
            <a:srgbClr val="0B1325"/>
          </a:solidFill>
          <a:ln w="8890">
            <a:solidFill>
              <a:srgbClr val="8A5CFF">
                <a:alpha val="7000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5CFF"/>
                </a:solidFill>
              </a:rPr>
              <a:t>widget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85048" y="4187952"/>
            <a:ext cx="1051560" cy="310896"/>
          </a:xfrm>
          <a:prstGeom prst="roundRect">
            <a:avLst/>
          </a:prstGeom>
          <a:solidFill>
            <a:srgbClr val="0B1325"/>
          </a:solidFill>
          <a:ln w="8890">
            <a:solidFill>
              <a:srgbClr val="FFC857">
                <a:alpha val="7000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settings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489204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C857"/>
                </a:solidFill>
              </a:rPr>
              <a:t>IMPORTANT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663440" y="5193792"/>
            <a:ext cx="6309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9C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rămâne shell. Runtime-ul de module trăiește într-o Client Component boundary, nu în file-system routing.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E172A"/>
          </a:solidFill>
          <a:ln w="12700">
            <a:solidFill>
              <a:srgbClr val="0E172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9966960" y="384048"/>
            <a:ext cx="2011680" cy="2011680"/>
          </a:xfrm>
          <a:prstGeom prst="arc">
            <a:avLst/>
          </a:prstGeom>
          <a:solidFill>
            <a:srgbClr val="0A1020">
              <a:alpha val="0"/>
            </a:srgbClr>
          </a:solidFill>
          <a:ln w="15240">
            <a:solidFill>
              <a:srgbClr val="FFC857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2600000">
            <a:off x="10241280" y="658368"/>
            <a:ext cx="1280160" cy="1280160"/>
          </a:xfrm>
          <a:prstGeom prst="arc">
            <a:avLst/>
          </a:prstGeom>
          <a:solidFill>
            <a:srgbClr val="0A1020">
              <a:alpha val="0"/>
            </a:srgbClr>
          </a:solidFill>
          <a:ln w="12700">
            <a:solidFill>
              <a:srgbClr val="8A5CFF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62727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B7A90"/>
                </a:solidFill>
              </a:rPr>
              <a:t>KF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BOUNDARY PE PROTOCOL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58368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Backend: SDK + servicii containerizate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658368" y="63276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A90"/>
                </a:solidFill>
              </a:rPr>
              <a:t>07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86384" y="2057400"/>
            <a:ext cx="2468880" cy="1078992"/>
          </a:xfrm>
          <a:prstGeom prst="roundRect">
            <a:avLst/>
          </a:prstGeom>
          <a:solidFill>
            <a:srgbClr val="10233D"/>
          </a:solidFill>
          <a:ln w="12700">
            <a:solidFill>
              <a:srgbClr val="27E7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KF Core API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OpenAPI · OAuth scopes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tenant context · rights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86384" y="3657600"/>
            <a:ext cx="2468880" cy="960120"/>
          </a:xfrm>
          <a:prstGeom prst="roundRect">
            <a:avLst/>
          </a:prstGeom>
          <a:solidFill>
            <a:srgbClr val="102A28"/>
          </a:solidFill>
          <a:ln w="12700">
            <a:solidFill>
              <a:srgbClr val="36D39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Bus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events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outbox bridge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800600" y="1481328"/>
            <a:ext cx="2194560" cy="960120"/>
          </a:xfrm>
          <a:prstGeom prst="roundRect">
            <a:avLst/>
          </a:prstGeom>
          <a:solidFill>
            <a:srgbClr val="2B2440"/>
          </a:solidFill>
          <a:ln w="12700">
            <a:solidFill>
              <a:srgbClr val="FFC85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AAS Module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 service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 lifecycle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00600" y="2880360"/>
            <a:ext cx="2194560" cy="960120"/>
          </a:xfrm>
          <a:prstGeom prst="roundRect">
            <a:avLst/>
          </a:prstGeom>
          <a:solidFill>
            <a:srgbClr val="2B1C2A"/>
          </a:solidFill>
          <a:ln w="12700">
            <a:solidFill>
              <a:srgbClr val="FF6B6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Module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 service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 DB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00600" y="4279392"/>
            <a:ext cx="2194560" cy="960120"/>
          </a:xfrm>
          <a:prstGeom prst="roundRect">
            <a:avLst/>
          </a:prstGeom>
          <a:solidFill>
            <a:srgbClr val="211D3D"/>
          </a:solidFill>
          <a:ln w="12700">
            <a:solidFill>
              <a:srgbClr val="8A5C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/ AI Module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 service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workload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49640" y="2331720"/>
            <a:ext cx="2240280" cy="11430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4A8C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 generated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TypeScript · Java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· .NET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410712" y="2578608"/>
            <a:ext cx="1197864" cy="-630936"/>
          </a:xfrm>
          <a:prstGeom prst="line">
            <a:avLst/>
          </a:prstGeom>
          <a:noFill/>
          <a:ln w="19050">
            <a:solidFill>
              <a:srgbClr val="27E7F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410712" y="4087368"/>
            <a:ext cx="1197864" cy="-740664"/>
          </a:xfrm>
          <a:prstGeom prst="line">
            <a:avLst/>
          </a:prstGeom>
          <a:noFill/>
          <a:ln w="19050">
            <a:solidFill>
              <a:srgbClr val="36D39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168896" y="1965960"/>
            <a:ext cx="1197864" cy="822960"/>
          </a:xfrm>
          <a:prstGeom prst="line">
            <a:avLst/>
          </a:prstGeom>
          <a:noFill/>
          <a:ln w="19050">
            <a:solidFill>
              <a:srgbClr val="4A8CF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168896" y="3346704"/>
            <a:ext cx="1197864" cy="-557784"/>
          </a:xfrm>
          <a:prstGeom prst="line">
            <a:avLst/>
          </a:prstGeom>
          <a:noFill/>
          <a:ln w="19050">
            <a:solidFill>
              <a:srgbClr val="4A8CF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168896" y="4736592"/>
            <a:ext cx="1197864" cy="-1664208"/>
          </a:xfrm>
          <a:prstGeom prst="line">
            <a:avLst/>
          </a:prstGeom>
          <a:noFill/>
          <a:ln w="19050">
            <a:solidFill>
              <a:srgbClr val="4A8CFF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078992" y="5596128"/>
            <a:ext cx="99669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Pentru third-party evităm plugin-uri in-process. Limita sigură este HTTP/OpenAPI + events + identitate de serviciu.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5CFF"/>
          </a:solidFill>
          <a:ln w="12700">
            <a:solidFill>
              <a:srgbClr val="8A5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E172A"/>
          </a:solidFill>
          <a:ln w="12700">
            <a:solidFill>
              <a:srgbClr val="0E172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9966960" y="384048"/>
            <a:ext cx="2011680" cy="2011680"/>
          </a:xfrm>
          <a:prstGeom prst="arc">
            <a:avLst/>
          </a:prstGeom>
          <a:solidFill>
            <a:srgbClr val="0A1020">
              <a:alpha val="0"/>
            </a:srgbClr>
          </a:solidFill>
          <a:ln w="15240">
            <a:solidFill>
              <a:srgbClr val="8A5CFF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2600000">
            <a:off x="10241280" y="658368"/>
            <a:ext cx="1280160" cy="1280160"/>
          </a:xfrm>
          <a:prstGeom prst="arc">
            <a:avLst/>
          </a:prstGeom>
          <a:solidFill>
            <a:srgbClr val="0A1020">
              <a:alpha val="0"/>
            </a:srgbClr>
          </a:solidFill>
          <a:ln w="12700">
            <a:solidFill>
              <a:srgbClr val="8A5CFF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62727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B7A90"/>
                </a:solidFill>
              </a:rPr>
              <a:t>KF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 → BUILD → UPLOAD → APPROVE → LOAD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58368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Lifecycle-ul unui modul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658368" y="63276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A90"/>
                </a:solidFill>
              </a:rPr>
              <a:t>08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8912" y="1874520"/>
            <a:ext cx="1124712" cy="585216"/>
          </a:xfrm>
          <a:prstGeom prst="roundRect">
            <a:avLst/>
          </a:prstGeom>
          <a:solidFill>
            <a:srgbClr val="10233D"/>
          </a:solidFill>
          <a:ln w="12700">
            <a:solidFill>
              <a:srgbClr val="27E7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618488" y="2167128"/>
            <a:ext cx="219456" cy="0"/>
          </a:xfrm>
          <a:prstGeom prst="line">
            <a:avLst/>
          </a:prstGeom>
          <a:noFill/>
          <a:ln w="13970">
            <a:solidFill>
              <a:srgbClr val="B9C4D0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737360" y="1874520"/>
            <a:ext cx="1124712" cy="585216"/>
          </a:xfrm>
          <a:prstGeom prst="roundRect">
            <a:avLst/>
          </a:prstGeom>
          <a:solidFill>
            <a:srgbClr val="10233D"/>
          </a:solidFill>
          <a:ln w="12700">
            <a:solidFill>
              <a:srgbClr val="27E7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916936" y="2167128"/>
            <a:ext cx="219456" cy="0"/>
          </a:xfrm>
          <a:prstGeom prst="line">
            <a:avLst/>
          </a:prstGeom>
          <a:noFill/>
          <a:ln w="13970">
            <a:solidFill>
              <a:srgbClr val="B9C4D0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035808" y="1874520"/>
            <a:ext cx="1124712" cy="585216"/>
          </a:xfrm>
          <a:prstGeom prst="roundRect">
            <a:avLst/>
          </a:prstGeom>
          <a:solidFill>
            <a:srgbClr val="10233D"/>
          </a:solidFill>
          <a:ln w="12700">
            <a:solidFill>
              <a:srgbClr val="27E7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215384" y="2167128"/>
            <a:ext cx="219456" cy="0"/>
          </a:xfrm>
          <a:prstGeom prst="line">
            <a:avLst/>
          </a:prstGeom>
          <a:noFill/>
          <a:ln w="13970">
            <a:solidFill>
              <a:srgbClr val="B9C4D0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334256" y="1874520"/>
            <a:ext cx="1124712" cy="585216"/>
          </a:xfrm>
          <a:prstGeom prst="roundRect">
            <a:avLst/>
          </a:prstGeom>
          <a:solidFill>
            <a:srgbClr val="2B2440"/>
          </a:solidFill>
          <a:ln w="12700">
            <a:solidFill>
              <a:srgbClr val="FFC85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513832" y="2167128"/>
            <a:ext cx="219456" cy="0"/>
          </a:xfrm>
          <a:prstGeom prst="line">
            <a:avLst/>
          </a:prstGeom>
          <a:noFill/>
          <a:ln w="13970">
            <a:solidFill>
              <a:srgbClr val="B9C4D0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632704" y="1874520"/>
            <a:ext cx="1124712" cy="585216"/>
          </a:xfrm>
          <a:prstGeom prst="roundRect">
            <a:avLst/>
          </a:prstGeom>
          <a:solidFill>
            <a:srgbClr val="2B2440"/>
          </a:solidFill>
          <a:ln w="12700">
            <a:solidFill>
              <a:srgbClr val="FFC85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12280" y="2167128"/>
            <a:ext cx="219456" cy="0"/>
          </a:xfrm>
          <a:prstGeom prst="line">
            <a:avLst/>
          </a:prstGeom>
          <a:noFill/>
          <a:ln w="13970">
            <a:solidFill>
              <a:srgbClr val="B9C4D0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931152" y="1874520"/>
            <a:ext cx="1124712" cy="585216"/>
          </a:xfrm>
          <a:prstGeom prst="roundRect">
            <a:avLst/>
          </a:prstGeom>
          <a:solidFill>
            <a:srgbClr val="2B2440"/>
          </a:solidFill>
          <a:ln w="12700">
            <a:solidFill>
              <a:srgbClr val="FFC85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110728" y="2167128"/>
            <a:ext cx="219456" cy="0"/>
          </a:xfrm>
          <a:prstGeom prst="line">
            <a:avLst/>
          </a:prstGeom>
          <a:noFill/>
          <a:ln w="13970">
            <a:solidFill>
              <a:srgbClr val="B9C4D0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8229600" y="1874520"/>
            <a:ext cx="1124712" cy="585216"/>
          </a:xfrm>
          <a:prstGeom prst="roundRect">
            <a:avLst/>
          </a:prstGeom>
          <a:solidFill>
            <a:srgbClr val="102A28"/>
          </a:solidFill>
          <a:ln w="12700">
            <a:solidFill>
              <a:srgbClr val="36D39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409176" y="2167128"/>
            <a:ext cx="219456" cy="0"/>
          </a:xfrm>
          <a:prstGeom prst="line">
            <a:avLst/>
          </a:prstGeom>
          <a:noFill/>
          <a:ln w="13970">
            <a:solidFill>
              <a:srgbClr val="B9C4D0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9528048" y="1874520"/>
            <a:ext cx="1124712" cy="585216"/>
          </a:xfrm>
          <a:prstGeom prst="roundRect">
            <a:avLst/>
          </a:prstGeom>
          <a:solidFill>
            <a:srgbClr val="102A28"/>
          </a:solidFill>
          <a:ln w="12700">
            <a:solidFill>
              <a:srgbClr val="36D39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0707624" y="2167128"/>
            <a:ext cx="219456" cy="0"/>
          </a:xfrm>
          <a:prstGeom prst="line">
            <a:avLst/>
          </a:prstGeom>
          <a:noFill/>
          <a:ln w="13970">
            <a:solidFill>
              <a:srgbClr val="B9C4D0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0826496" y="1874520"/>
            <a:ext cx="1124712" cy="585216"/>
          </a:xfrm>
          <a:prstGeom prst="roundRect">
            <a:avLst/>
          </a:prstGeom>
          <a:solidFill>
            <a:srgbClr val="102A28"/>
          </a:solidFill>
          <a:ln w="12700">
            <a:solidFill>
              <a:srgbClr val="36D39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078992" y="3401568"/>
            <a:ext cx="3063240" cy="786384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FFC85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Installed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 accepted + resources provisioned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572000" y="3401568"/>
            <a:ext cx="3063240" cy="786384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4A8C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Loaded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exists + health/compat checks passed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8065008" y="3401568"/>
            <a:ext cx="3063240" cy="786384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36D39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Enabled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exposed by tenant/user/config policy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4251960" y="3794760"/>
            <a:ext cx="210312" cy="0"/>
          </a:xfrm>
          <a:prstGeom prst="line">
            <a:avLst/>
          </a:prstGeom>
          <a:noFill/>
          <a:ln w="19050">
            <a:solidFill>
              <a:srgbClr val="B9C4D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744968" y="3794760"/>
            <a:ext cx="210312" cy="0"/>
          </a:xfrm>
          <a:prstGeom prst="line">
            <a:avLst/>
          </a:prstGeom>
          <a:noFill/>
          <a:ln w="19050">
            <a:solidFill>
              <a:srgbClr val="B9C4D0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1078992" y="4800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A5CFF"/>
                </a:solidFill>
              </a:rPr>
              <a:t>LIFECYCLE STATES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78992" y="5138928"/>
            <a:ext cx="96926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B9C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Install, Load și Enable trebuie separate ca state-uri. Așa poți avea un modul pregătit, sănătos, dar neexpus încă tenantului.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E172A"/>
          </a:solidFill>
          <a:ln w="12700">
            <a:solidFill>
              <a:srgbClr val="0E172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9966960" y="384048"/>
            <a:ext cx="2011680" cy="2011680"/>
          </a:xfrm>
          <a:prstGeom prst="arc">
            <a:avLst/>
          </a:prstGeom>
          <a:solidFill>
            <a:srgbClr val="0A1020">
              <a:alpha val="0"/>
            </a:srgbClr>
          </a:solidFill>
          <a:ln w="15240">
            <a:solidFill>
              <a:srgbClr val="FF6B6B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2600000">
            <a:off x="10241280" y="658368"/>
            <a:ext cx="1280160" cy="1280160"/>
          </a:xfrm>
          <a:prstGeom prst="arc">
            <a:avLst/>
          </a:prstGeom>
          <a:solidFill>
            <a:srgbClr val="0A1020">
              <a:alpha val="0"/>
            </a:srgbClr>
          </a:solidFill>
          <a:ln w="12700">
            <a:solidFill>
              <a:srgbClr val="8A5CFF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62727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B7A90"/>
                </a:solidFill>
              </a:rPr>
              <a:t>KF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BOUNDARY-URI CARE NU SE NEGOCIAZĂ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58368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Reguli de date și securitate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658368" y="63276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A90"/>
                </a:solidFill>
              </a:rPr>
              <a:t>09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04672" y="1737360"/>
            <a:ext cx="2971800" cy="1024128"/>
          </a:xfrm>
          <a:prstGeom prst="roundRect">
            <a:avLst/>
          </a:prstGeom>
          <a:solidFill>
            <a:srgbClr val="102A28"/>
          </a:solidFill>
          <a:ln w="12700">
            <a:solidFill>
              <a:srgbClr val="36D39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Built-in / Business Core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Postgres OK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logical ownership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08576" y="1737360"/>
            <a:ext cx="2971800" cy="1024128"/>
          </a:xfrm>
          <a:prstGeom prst="roundRect">
            <a:avLst/>
          </a:prstGeom>
          <a:solidFill>
            <a:srgbClr val="2B2440"/>
          </a:solidFill>
          <a:ln w="12700">
            <a:solidFill>
              <a:srgbClr val="FFC85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Modules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 DB preferred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API/events into Core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0" y="1737360"/>
            <a:ext cx="2971800" cy="1024128"/>
          </a:xfrm>
          <a:prstGeom prst="roundRect">
            <a:avLst/>
          </a:prstGeom>
          <a:solidFill>
            <a:srgbClr val="2B1C2A"/>
          </a:solidFill>
          <a:ln w="12700">
            <a:solidFill>
              <a:srgbClr val="FF6B6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Third-party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direct Core DB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scoped service identity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" y="34290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6B"/>
                </a:solidFill>
              </a:rPr>
              <a:t>DE EVITAT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41248" y="3831336"/>
            <a:ext cx="82296" cy="8229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749040"/>
            <a:ext cx="367588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9C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Cross-module JPA repository reach-in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" y="4242816"/>
            <a:ext cx="82296" cy="8229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160520"/>
            <a:ext cx="367588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9C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modul extern cu acces la schema Core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41248" y="4654296"/>
            <a:ext cx="82296" cy="8229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572000"/>
            <a:ext cx="367588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9C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Drepturi deduse doar din endpoint-uri live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80760" y="34290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6D399"/>
                </a:solidFill>
              </a:rPr>
              <a:t>DE INTRODUS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080760" y="3831336"/>
            <a:ext cx="82296" cy="82296"/>
          </a:xfrm>
          <a:prstGeom prst="ellipse">
            <a:avLst/>
          </a:prstGeom>
          <a:solidFill>
            <a:srgbClr val="36D399"/>
          </a:solidFill>
          <a:ln w="12700">
            <a:solidFill>
              <a:srgbClr val="36D399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45352" y="3749040"/>
            <a:ext cx="42245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9C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Declared capabilities: models.read, aas.write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080760" y="4242816"/>
            <a:ext cx="82296" cy="82296"/>
          </a:xfrm>
          <a:prstGeom prst="ellipse">
            <a:avLst/>
          </a:prstGeom>
          <a:solidFill>
            <a:srgbClr val="36D399"/>
          </a:solidFill>
          <a:ln w="12700">
            <a:solidFill>
              <a:srgbClr val="36D399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45352" y="4160520"/>
            <a:ext cx="42245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9C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Machine-to-machine auth pentru servicii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080760" y="4654296"/>
            <a:ext cx="82296" cy="82296"/>
          </a:xfrm>
          <a:prstGeom prst="ellipse">
            <a:avLst/>
          </a:prstGeom>
          <a:solidFill>
            <a:srgbClr val="36D399"/>
          </a:solidFill>
          <a:ln w="12700">
            <a:solidFill>
              <a:srgbClr val="36D399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45352" y="4572000"/>
            <a:ext cx="42245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9C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Signatures, checksums, SBOM, revocation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D399"/>
          </a:solidFill>
          <a:ln w="12700">
            <a:solidFill>
              <a:srgbClr val="36D39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E172A"/>
          </a:solidFill>
          <a:ln w="12700">
            <a:solidFill>
              <a:srgbClr val="0E172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9966960" y="384048"/>
            <a:ext cx="2011680" cy="2011680"/>
          </a:xfrm>
          <a:prstGeom prst="arc">
            <a:avLst/>
          </a:prstGeom>
          <a:solidFill>
            <a:srgbClr val="0A1020">
              <a:alpha val="0"/>
            </a:srgbClr>
          </a:solidFill>
          <a:ln w="15240">
            <a:solidFill>
              <a:srgbClr val="36D399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2600000">
            <a:off x="10241280" y="658368"/>
            <a:ext cx="1280160" cy="1280160"/>
          </a:xfrm>
          <a:prstGeom prst="arc">
            <a:avLst/>
          </a:prstGeom>
          <a:solidFill>
            <a:srgbClr val="0A1020">
              <a:alpha val="0"/>
            </a:srgbClr>
          </a:solidFill>
          <a:ln w="12700">
            <a:solidFill>
              <a:srgbClr val="8A5CFF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62727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B7A90"/>
                </a:solidFill>
              </a:rPr>
              <a:t>KF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LA TEORIE LA PROBĂ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58368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Două experimente care validează arhitectura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658368" y="63276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A90"/>
                </a:solidFill>
              </a:rPr>
              <a:t>10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60120" y="1572768"/>
            <a:ext cx="4389120" cy="694944"/>
          </a:xfrm>
          <a:prstGeom prst="roundRect">
            <a:avLst/>
          </a:prstGeom>
          <a:solidFill>
            <a:srgbClr val="102A28"/>
          </a:solidFill>
          <a:ln w="12700">
            <a:solidFill>
              <a:srgbClr val="36D39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 1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Studio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78992" y="2514600"/>
            <a:ext cx="4114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9C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Validează extensibilitatea frontend live și integrarea adâncă în Model.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78992" y="3236976"/>
            <a:ext cx="82296" cy="82296"/>
          </a:xfrm>
          <a:prstGeom prst="ellipse">
            <a:avLst/>
          </a:prstGeom>
          <a:solidFill>
            <a:srgbClr val="36D399"/>
          </a:solidFill>
          <a:ln w="12700">
            <a:solidFill>
              <a:srgbClr val="36D39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3584" y="3154680"/>
            <a:ext cx="367588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9C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surface în model.detail.tabs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78992" y="3630168"/>
            <a:ext cx="82296" cy="82296"/>
          </a:xfrm>
          <a:prstGeom prst="ellipse">
            <a:avLst/>
          </a:prstGeom>
          <a:solidFill>
            <a:srgbClr val="36D399"/>
          </a:solidFill>
          <a:ln w="12700">
            <a:solidFill>
              <a:srgbClr val="36D39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3584" y="3547872"/>
            <a:ext cx="367588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9C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ModelContext standardizat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78992" y="4023360"/>
            <a:ext cx="82296" cy="82296"/>
          </a:xfrm>
          <a:prstGeom prst="ellipse">
            <a:avLst/>
          </a:prstGeom>
          <a:solidFill>
            <a:srgbClr val="36D399"/>
          </a:solidFill>
          <a:ln w="12700">
            <a:solidFill>
              <a:srgbClr val="36D39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3584" y="3941064"/>
            <a:ext cx="367588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9C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lazy loaded UI artifact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78992" y="4416552"/>
            <a:ext cx="82296" cy="82296"/>
          </a:xfrm>
          <a:prstGeom prst="ellipse">
            <a:avLst/>
          </a:prstGeom>
          <a:solidFill>
            <a:srgbClr val="36D399"/>
          </a:solidFill>
          <a:ln w="12700">
            <a:solidFill>
              <a:srgbClr val="36D399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43584" y="4334256"/>
            <a:ext cx="367588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9C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assets/workers fără importuri Core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39712" y="1572768"/>
            <a:ext cx="4389120" cy="694944"/>
          </a:xfrm>
          <a:prstGeom prst="roundRect">
            <a:avLst/>
          </a:prstGeom>
          <a:solidFill>
            <a:srgbClr val="2B2440"/>
          </a:solidFill>
          <a:ln w="12700">
            <a:solidFill>
              <a:srgbClr val="FFC85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 2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AAS Integration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58584" y="2514600"/>
            <a:ext cx="4114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9C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Validează modul extern/service: container, API, events, lifecycle.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958584" y="3236976"/>
            <a:ext cx="82296" cy="8229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23176" y="3154680"/>
            <a:ext cx="367588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9C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 backend separat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958584" y="3630168"/>
            <a:ext cx="82296" cy="8229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23176" y="3547872"/>
            <a:ext cx="367588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9C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identity + scopes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958584" y="4023360"/>
            <a:ext cx="82296" cy="8229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23176" y="3941064"/>
            <a:ext cx="367588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9C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API + events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958584" y="4416552"/>
            <a:ext cx="82296" cy="8229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23176" y="4334256"/>
            <a:ext cx="367588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9C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remote/sandbox UI opțional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40680" y="3337560"/>
            <a:ext cx="1234440" cy="0"/>
          </a:xfrm>
          <a:prstGeom prst="line">
            <a:avLst/>
          </a:prstGeom>
          <a:noFill/>
          <a:ln w="16510">
            <a:solidFill>
              <a:srgbClr val="27E7F2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2084832" y="5532120"/>
            <a:ext cx="8046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Împreună testează cele două jumătăți ale soluției hibride.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8CFF"/>
          </a:solidFill>
          <a:ln w="12700">
            <a:solidFill>
              <a:srgbClr val="4A8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E172A"/>
          </a:solidFill>
          <a:ln w="12700">
            <a:solidFill>
              <a:srgbClr val="0E172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9966960" y="384048"/>
            <a:ext cx="2011680" cy="2011680"/>
          </a:xfrm>
          <a:prstGeom prst="arc">
            <a:avLst/>
          </a:prstGeom>
          <a:solidFill>
            <a:srgbClr val="0A1020">
              <a:alpha val="0"/>
            </a:srgbClr>
          </a:solidFill>
          <a:ln w="15240">
            <a:solidFill>
              <a:srgbClr val="4A8CFF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2600000">
            <a:off x="10241280" y="658368"/>
            <a:ext cx="1280160" cy="1280160"/>
          </a:xfrm>
          <a:prstGeom prst="arc">
            <a:avLst/>
          </a:prstGeom>
          <a:solidFill>
            <a:srgbClr val="0A1020">
              <a:alpha val="0"/>
            </a:srgbClr>
          </a:solidFill>
          <a:ln w="12700">
            <a:solidFill>
              <a:srgbClr val="8A5CFF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62727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B7A90"/>
                </a:solidFill>
              </a:rPr>
              <a:t>KF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INCREMENTAL, FĂRĂ BIG BANG REWRITE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58368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 propus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658368" y="63276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A90"/>
                </a:solidFill>
              </a:rPr>
              <a:t>11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" y="1572768"/>
            <a:ext cx="1234440" cy="50292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27E7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0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2331720" y="1572768"/>
            <a:ext cx="8549640" cy="502920"/>
          </a:xfrm>
          <a:prstGeom prst="roundRect">
            <a:avLst/>
          </a:prstGeom>
          <a:solidFill>
            <a:srgbClr val="121E34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Module Contract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manifest · states · slots · scopes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1444752" y="2121408"/>
            <a:ext cx="0" cy="274320"/>
          </a:xfrm>
          <a:prstGeom prst="line">
            <a:avLst/>
          </a:prstGeom>
          <a:noFill/>
          <a:ln w="13970">
            <a:solidFill>
              <a:srgbClr val="4A8CFF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22960" y="2432304"/>
            <a:ext cx="1234440" cy="50292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4A8C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2331720" y="2432304"/>
            <a:ext cx="8549640" cy="502920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Refactor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boundary rules · registries · ports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1444752" y="2980944"/>
            <a:ext cx="0" cy="274320"/>
          </a:xfrm>
          <a:prstGeom prst="line">
            <a:avLst/>
          </a:prstGeom>
          <a:noFill/>
          <a:ln w="13970">
            <a:solidFill>
              <a:srgbClr val="36D399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822960" y="3291840"/>
            <a:ext cx="1234440" cy="50292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36D39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2331720" y="3291840"/>
            <a:ext cx="8549640" cy="502920"/>
          </a:xfrm>
          <a:prstGeom prst="roundRect">
            <a:avLst/>
          </a:prstGeom>
          <a:solidFill>
            <a:srgbClr val="121E34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Runtime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remote surfaces · ExtensionSlot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1444752" y="3840480"/>
            <a:ext cx="0" cy="274320"/>
          </a:xfrm>
          <a:prstGeom prst="line">
            <a:avLst/>
          </a:prstGeom>
          <a:noFill/>
          <a:ln w="13970">
            <a:solidFill>
              <a:srgbClr val="FFC857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822960" y="4151376"/>
            <a:ext cx="1234440" cy="50292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FFC85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3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2331720" y="4151376"/>
            <a:ext cx="8549640" cy="502920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Runtime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identity · gateway · SDK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1444752" y="4700016"/>
            <a:ext cx="0" cy="274320"/>
          </a:xfrm>
          <a:prstGeom prst="line">
            <a:avLst/>
          </a:prstGeom>
          <a:noFill/>
          <a:ln w="13970">
            <a:solidFill>
              <a:srgbClr val="FF6B6B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822960" y="5010912"/>
            <a:ext cx="1234440" cy="50292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FF6B6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4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2331720" y="5010912"/>
            <a:ext cx="8549640" cy="502920"/>
          </a:xfrm>
          <a:prstGeom prst="roundRect">
            <a:avLst/>
          </a:prstGeom>
          <a:solidFill>
            <a:srgbClr val="121E34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&amp; Marketplace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signing · approval · rollback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280160" y="5989320"/>
            <a:ext cx="95097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B9C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Obiectivul este să putem instala și activa module fără să reconstruim Core; build-time rămâne doar pentru built-in modules.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E7F2"/>
          </a:solidFill>
          <a:ln w="12700">
            <a:solidFill>
              <a:srgbClr val="27E7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E172A"/>
          </a:solidFill>
          <a:ln w="12700">
            <a:solidFill>
              <a:srgbClr val="0E172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9966960" y="384048"/>
            <a:ext cx="2011680" cy="2011680"/>
          </a:xfrm>
          <a:prstGeom prst="arc">
            <a:avLst/>
          </a:prstGeom>
          <a:solidFill>
            <a:srgbClr val="0A1020">
              <a:alpha val="0"/>
            </a:srgbClr>
          </a:solidFill>
          <a:ln w="15240">
            <a:solidFill>
              <a:srgbClr val="27E7F2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2600000">
            <a:off x="10241280" y="658368"/>
            <a:ext cx="1280160" cy="1280160"/>
          </a:xfrm>
          <a:prstGeom prst="arc">
            <a:avLst/>
          </a:prstGeom>
          <a:solidFill>
            <a:srgbClr val="0A1020">
              <a:alpha val="0"/>
            </a:srgbClr>
          </a:solidFill>
          <a:ln w="12700">
            <a:solidFill>
              <a:srgbClr val="8A5CFF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62727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B7A90"/>
                </a:solidFill>
              </a:rPr>
              <a:t>KF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ARCHITECTURE SESSION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58368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Decizii de închis înainte de implementare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658368" y="63276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A90"/>
                </a:solidFill>
              </a:rPr>
              <a:t>12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68096" y="1600200"/>
            <a:ext cx="2148840" cy="914400"/>
          </a:xfrm>
          <a:prstGeom prst="roundRect">
            <a:avLst/>
          </a:prstGeom>
          <a:solidFill>
            <a:srgbClr val="14264A"/>
          </a:solidFill>
          <a:ln w="12700">
            <a:solidFill>
              <a:srgbClr val="4A8C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intră în Business Core?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36392" y="1600200"/>
            <a:ext cx="2148840" cy="914400"/>
          </a:xfrm>
          <a:prstGeom prst="roundRect">
            <a:avLst/>
          </a:prstGeom>
          <a:solidFill>
            <a:srgbClr val="211D3D"/>
          </a:solidFill>
          <a:ln w="12700">
            <a:solidFill>
              <a:srgbClr val="8A5C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profiles acceptate?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04688" y="1600200"/>
            <a:ext cx="2148840" cy="914400"/>
          </a:xfrm>
          <a:prstGeom prst="roundRect">
            <a:avLst/>
          </a:prstGeom>
          <a:solidFill>
            <a:srgbClr val="102A28"/>
          </a:solidFill>
          <a:ln w="12700">
            <a:solidFill>
              <a:srgbClr val="36D39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contract v1?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872984" y="1600200"/>
            <a:ext cx="2148840" cy="914400"/>
          </a:xfrm>
          <a:prstGeom prst="roundRect">
            <a:avLst/>
          </a:prstGeom>
          <a:solidFill>
            <a:srgbClr val="2B2440"/>
          </a:solidFill>
          <a:ln w="12700">
            <a:solidFill>
              <a:srgbClr val="FFC85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ownership rules?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45152" y="2971800"/>
            <a:ext cx="2880360" cy="822960"/>
          </a:xfrm>
          <a:prstGeom prst="roundRect">
            <a:avLst/>
          </a:prstGeom>
          <a:solidFill>
            <a:srgbClr val="2B1C2A"/>
          </a:solidFill>
          <a:ln w="12700">
            <a:solidFill>
              <a:srgbClr val="FF6B6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level pentru third-party?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035808" y="2057400"/>
            <a:ext cx="9144" cy="0"/>
          </a:xfrm>
          <a:prstGeom prst="line">
            <a:avLst/>
          </a:prstGeom>
          <a:noFill/>
          <a:ln w="1905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04104" y="2057400"/>
            <a:ext cx="9144" cy="0"/>
          </a:xfrm>
          <a:prstGeom prst="line">
            <a:avLst/>
          </a:prstGeom>
          <a:noFill/>
          <a:ln w="1905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772400" y="2057400"/>
            <a:ext cx="9144" cy="0"/>
          </a:xfrm>
          <a:prstGeom prst="line">
            <a:avLst/>
          </a:prstGeom>
          <a:noFill/>
          <a:ln w="1905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583680" y="2651760"/>
            <a:ext cx="-411480" cy="274320"/>
          </a:xfrm>
          <a:prstGeom prst="line">
            <a:avLst/>
          </a:prstGeom>
          <a:noFill/>
          <a:ln w="1905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463040" y="4434840"/>
            <a:ext cx="9235440" cy="475488"/>
          </a:xfrm>
          <a:prstGeom prst="roundRect">
            <a:avLst/>
          </a:prstGeom>
          <a:solidFill>
            <a:srgbClr val="0E1A2D"/>
          </a:solidFill>
          <a:ln w="12700">
            <a:solidFill>
              <a:srgbClr val="27E7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Propunere de direcție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00200" y="5084064"/>
            <a:ext cx="896112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KF Hybrid Module Platform: contract comun de modul + registry + SDK + runtime-uri diferite pentru built-in, remote UI, service și sandboxed third-party.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KF Platform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KF Platform — Soluție de modularizare</dc:title>
  <dc:subject>KF Platform modularization solution</dc:subject>
  <dc:creator>OpenAI</dc:creator>
  <cp:lastModifiedBy>OpenAI</cp:lastModifiedBy>
  <cp:revision>1</cp:revision>
  <dcterms:created xsi:type="dcterms:W3CDTF">2026-07-30T14:21:05Z</dcterms:created>
  <dcterms:modified xsi:type="dcterms:W3CDTF">2026-07-30T14:21:05Z</dcterms:modified>
</cp:coreProperties>
</file>